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Software Development Life Cycle (SDLC)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explanation of major SDLC models used in industry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SDLC?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SDLC is a systematic process for developing high‑quality software</a:t>
            </a:r>
          </a:p>
          <a:p>
            <a:pPr lvl="1"/>
            <a:r>
              <a:t>Defines clear phases: requirement, design, development, testing, deployment, maintenance</a:t>
            </a:r>
          </a:p>
          <a:p>
            <a:pPr lvl="1"/>
            <a:r>
              <a:t>Helps reduce project risk, cost, and development time</a:t>
            </a:r>
          </a:p>
          <a:p>
            <a:pPr lvl="1"/>
            <a:r>
              <a:t>Ensures proper documentation and structured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Waterfall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Sequential model where each phase must be completed before the next starts</a:t>
            </a:r>
          </a:p>
          <a:p>
            <a:pPr lvl="1"/>
            <a:r>
              <a:t>Phases: Requirements → Design → Implementation → Testing → Deployment → Maintenance</a:t>
            </a:r>
          </a:p>
          <a:p>
            <a:pPr lvl="1"/>
            <a:r>
              <a:t>Easy to understand and manage</a:t>
            </a:r>
          </a:p>
          <a:p>
            <a:pPr lvl="1"/>
            <a:r>
              <a:t>Best suited for projects with fixed and well‑defined requirements</a:t>
            </a:r>
          </a:p>
          <a:p>
            <a:pPr lvl="1"/>
            <a:r>
              <a:t>Not suitable for projects where requirements change frequently</a:t>
            </a:r>
          </a:p>
          <a:p>
            <a:pPr lvl="1"/>
            <a:r>
              <a:t>Late testing increases risk of failure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V-Model (Verification &amp; Validation)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Extension of Waterfall model with parallel testing phases</a:t>
            </a:r>
          </a:p>
          <a:p>
            <a:pPr lvl="1"/>
            <a:r>
              <a:t>Each development phase has a corresponding testing phase</a:t>
            </a:r>
          </a:p>
          <a:p>
            <a:pPr lvl="1"/>
            <a:r>
              <a:t>Early test planning improves product quality</a:t>
            </a:r>
          </a:p>
          <a:p>
            <a:pPr lvl="1"/>
            <a:r>
              <a:t>Suitable for safety‑critical systems</a:t>
            </a:r>
          </a:p>
          <a:p>
            <a:pPr lvl="1"/>
            <a:r>
              <a:t>Very rigid and costly to modify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Iterative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is developed in repeated cycles (iterations)</a:t>
            </a:r>
          </a:p>
          <a:p>
            <a:pPr lvl="1"/>
            <a:r>
              <a:t>Each iteration improves the product based on feedback</a:t>
            </a:r>
          </a:p>
          <a:p>
            <a:pPr lvl="1"/>
            <a:r>
              <a:t>Early delivery of partial working software</a:t>
            </a:r>
          </a:p>
          <a:p>
            <a:pPr lvl="1"/>
            <a:r>
              <a:t>Useful when full requirements are not known initially</a:t>
            </a:r>
          </a:p>
          <a:p>
            <a:pPr lvl="1"/>
            <a:r>
              <a:t>Requires strong planning and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Incremental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is divided into small functional modules (increments)</a:t>
            </a:r>
          </a:p>
          <a:p>
            <a:pPr lvl="1"/>
            <a:r>
              <a:t>Each increment is developed and delivered separately</a:t>
            </a:r>
          </a:p>
          <a:p>
            <a:pPr lvl="1"/>
            <a:r>
              <a:t>Easy testing and debugging</a:t>
            </a:r>
          </a:p>
          <a:p>
            <a:pPr lvl="1"/>
            <a:r>
              <a:t>Customer can use core features early</a:t>
            </a:r>
          </a:p>
          <a:p>
            <a:pPr lvl="1"/>
            <a:r>
              <a:t>Needs proper architecture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Spiral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Risk‑driven model combining iterative and waterfall approaches</a:t>
            </a:r>
          </a:p>
          <a:p>
            <a:pPr lvl="1"/>
            <a:r>
              <a:t>Each spiral includes planning, risk analysis, development, and evaluation</a:t>
            </a:r>
          </a:p>
          <a:p>
            <a:pPr lvl="1"/>
            <a:r>
              <a:t>Strong focus on risk assessment and mitigation</a:t>
            </a:r>
          </a:p>
          <a:p>
            <a:pPr lvl="1"/>
            <a:r>
              <a:t>Ideal for large, complex, and high‑risk projects</a:t>
            </a:r>
          </a:p>
          <a:p>
            <a:pPr lvl="1"/>
            <a:r>
              <a:t>Expensive and requires expert risk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Iterative and incremental development approach</a:t>
            </a:r>
          </a:p>
          <a:p>
            <a:pPr lvl="1"/>
            <a:r>
              <a:t>Focuses on customer collaboration and continuous feedback</a:t>
            </a:r>
          </a:p>
          <a:p>
            <a:pPr lvl="1"/>
            <a:r>
              <a:t>Delivers working software in short sprints</a:t>
            </a:r>
          </a:p>
          <a:p>
            <a:pPr lvl="1"/>
            <a:r>
              <a:t>Adapts easily to changing requirements</a:t>
            </a:r>
          </a:p>
          <a:p>
            <a:pPr lvl="1"/>
            <a:r>
              <a:t>Requires strong team coordination</a:t>
            </a:r>
          </a:p>
          <a:p>
            <a:pPr lvl="1"/>
            <a:r>
              <a:t>Examples: Scrum, Kanban, XP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Integrates development and operations teams</a:t>
            </a:r>
          </a:p>
          <a:p>
            <a:pPr lvl="1"/>
            <a:r>
              <a:t>Emphasizes automation, CI/CD pipelines, and monitoring</a:t>
            </a:r>
          </a:p>
          <a:p>
            <a:pPr lvl="1"/>
            <a:r>
              <a:t>Faster software delivery and deployment</a:t>
            </a:r>
          </a:p>
          <a:p>
            <a:pPr lvl="1"/>
            <a:r>
              <a:t>Improves collaboration and system reliability</a:t>
            </a:r>
          </a:p>
          <a:p>
            <a:pPr lvl="1"/>
            <a:r>
              <a:t>Widely used in cloud‑based and enterprise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SDLC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Waterfall: Simple, structured, less flexible</a:t>
            </a:r>
          </a:p>
          <a:p>
            <a:pPr lvl="1"/>
            <a:r>
              <a:t>Agile: Flexible, fast, customer‑focused</a:t>
            </a:r>
          </a:p>
          <a:p>
            <a:pPr lvl="1"/>
            <a:r>
              <a:t>Spiral: Risk‑oriented, complex</a:t>
            </a:r>
          </a:p>
          <a:p>
            <a:pPr lvl="1"/>
            <a:r>
              <a:t>DevOps: Continuous delivery and automation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single SDLC model is best for all projects</a:t>
            </a:r>
          </a:p>
          <a:p>
            <a:pPr lvl="1"/>
            <a:r>
              <a:t>Model selection depends on project size, risk, timeline, and requirements</a:t>
            </a:r>
          </a:p>
          <a:p>
            <a:pPr lvl="1"/>
            <a:r>
              <a:t>Modern organizations often use hybrid approaches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
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HRMS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Automates onboarding, payroll, and leave management</a:t>
            </a:r>
          </a:p>
          <a:p>
            <a:r>
              <a:t>• Cloud-based HR platform</a:t>
            </a:r>
          </a:p>
          <a:p>
            <a:r>
              <a:t>• Role-based access: Employee, HR, Admin</a:t>
            </a:r>
          </a:p>
          <a:p>
            <a:r>
              <a:t>• Secure, scalable, and modular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Microservices-based architecture</a:t>
            </a:r>
          </a:p>
          <a:p>
            <a:r>
              <a:t>• Client Layer: Web &amp; Mobile Apps</a:t>
            </a:r>
          </a:p>
          <a:p>
            <a:r>
              <a:t>• API Gateway for routing and security</a:t>
            </a:r>
          </a:p>
          <a:p>
            <a:r>
              <a:t>• Independent backend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 Service – User login &amp; RBAC</a:t>
            </a:r>
          </a:p>
          <a:p>
            <a:r>
              <a:t>• Onboarding Service – Docs &amp; assets</a:t>
            </a:r>
          </a:p>
          <a:p>
            <a:r>
              <a:t>• Leave Service – Requests &amp; balances</a:t>
            </a:r>
          </a:p>
          <a:p>
            <a:r>
              <a:t>• Payroll Service – Salary &amp; tax</a:t>
            </a:r>
          </a:p>
          <a:p>
            <a:r>
              <a:t>• Notification Service – Email/SMS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Security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PostgreSQL/MySQL relational database</a:t>
            </a:r>
          </a:p>
          <a:p>
            <a:r>
              <a:t>• Separate DBs for user, payroll, leave</a:t>
            </a:r>
          </a:p>
          <a:p>
            <a:r>
              <a:t>• S3/Blob for document storage</a:t>
            </a:r>
          </a:p>
          <a:p>
            <a:r>
              <a:t>• JWT authentication &amp; HTTPS encryption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Deployed on AWS/Azure</a:t>
            </a:r>
          </a:p>
          <a:p>
            <a:r>
              <a:t>• Auto-scaling microservices</a:t>
            </a:r>
          </a:p>
          <a:p>
            <a:r>
              <a:t>• CI/CD supported</a:t>
            </a:r>
          </a:p>
          <a:p>
            <a:r>
              <a:t>• Enterprise-ready HRMS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
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Software Development Life Cycle (SDLC)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of different SDLC models used in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SDLC?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SDLC is a structured process used to design, develop, test, and maintain software.</a:t>
            </a:r>
          </a:p>
          <a:p>
            <a:r>
              <a:t>It ensures quality, efficiency, and systematic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Waterfall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Linear and sequential approach</a:t>
            </a:r>
          </a:p>
          <a:p>
            <a:r>
              <a:t>• Each phase must be completed before the next begins</a:t>
            </a:r>
          </a:p>
          <a:p>
            <a:r>
              <a:t>• Best for small, well-defined projects</a:t>
            </a:r>
          </a:p>
          <a:p>
            <a:r>
              <a:t>• Difficult to make changes later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V-Model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Extension of Waterfall model</a:t>
            </a:r>
          </a:p>
          <a:p>
            <a:r>
              <a:t>• Testing phase corresponds to each development phase</a:t>
            </a:r>
          </a:p>
          <a:p>
            <a:r>
              <a:t>• Early defect detection</a:t>
            </a:r>
          </a:p>
          <a:p>
            <a:r>
              <a:t>• Rigid and less flexible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Iterative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Development in small iterations</a:t>
            </a:r>
          </a:p>
          <a:p>
            <a:r>
              <a:t>• Feedback after each cycle</a:t>
            </a:r>
          </a:p>
          <a:p>
            <a:r>
              <a:t>• Suitable when requirements are not clear initially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Incremental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System developed in increments</a:t>
            </a:r>
          </a:p>
          <a:p>
            <a:r>
              <a:t>• Each increment adds functionality</a:t>
            </a:r>
          </a:p>
          <a:p>
            <a:r>
              <a:t>• Easier testing and debugging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Spiral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Risk-driven model</a:t>
            </a:r>
          </a:p>
          <a:p>
            <a:r>
              <a:t>• Combines iterative and waterfall</a:t>
            </a:r>
          </a:p>
          <a:p>
            <a:r>
              <a:t>• Suitable for large and complex projects</a:t>
            </a:r>
          </a:p>
          <a:p>
            <a:r>
              <a:t>• High cost and expertise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Iterative and flexible</a:t>
            </a:r>
          </a:p>
          <a:p>
            <a:r>
              <a:t>• Focus on customer collaboration</a:t>
            </a:r>
          </a:p>
          <a:p>
            <a:r>
              <a:t>• Delivers working software quickly</a:t>
            </a:r>
          </a:p>
          <a:p>
            <a:r>
              <a:t>• Examples: Scrum, Kanban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Integrates development and operations</a:t>
            </a:r>
          </a:p>
          <a:p>
            <a:r>
              <a:t>• Continuous Integration and Continuous Deployment (CI/CD)</a:t>
            </a:r>
          </a:p>
          <a:p>
            <a:r>
              <a:t>• Faster delivery and improved collaboration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SDLC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Waterfall: Simple, rigid</a:t>
            </a:r>
          </a:p>
          <a:p>
            <a:r>
              <a:t>• Agile: Flexible, fast</a:t>
            </a:r>
          </a:p>
          <a:p>
            <a:r>
              <a:t>• Spiral: Risk-focused</a:t>
            </a:r>
          </a:p>
          <a:p>
            <a:r>
              <a:t>• DevOps: Continuous delivery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Choice of SDLC model depends on project size, complexity, risk, and requirements.</a:t>
            </a:r>
          </a:p>
          <a:p>
            <a:r>
              <a:t>No single model fits all projects.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
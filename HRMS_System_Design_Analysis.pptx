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HRMS –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Automate onboarding, payroll, and leave management</a:t>
            </a:r>
          </a:p>
          <a:p/>
          <a:p>
            <a:r>
              <a:t>Goals:</a:t>
            </a:r>
          </a:p>
          <a:p>
            <a:r>
              <a:t>• Reduce manual HR work</a:t>
            </a:r>
          </a:p>
          <a:p>
            <a:r>
              <a:t>• Secure and scalable system</a:t>
            </a:r>
          </a:p>
          <a:p>
            <a:r>
              <a:t>• Role-based access</a:t>
            </a:r>
          </a:p>
          <a:p/>
          <a:p>
            <a:r>
              <a:t>Deployment:</a:t>
            </a:r>
          </a:p>
          <a:p>
            <a:r>
              <a:t>Cloud-based (AWS / Azure)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Style:</a:t>
            </a:r>
          </a:p>
          <a:p>
            <a:r>
              <a:t>• Microservices-based</a:t>
            </a:r>
          </a:p>
          <a:p/>
          <a:p>
            <a:r>
              <a:t>Layers:</a:t>
            </a:r>
          </a:p>
          <a:p>
            <a:r>
              <a:t>• Client Layer (Web &amp; Mobile)</a:t>
            </a:r>
          </a:p>
          <a:p>
            <a:r>
              <a:t>• API Gateway</a:t>
            </a:r>
          </a:p>
          <a:p>
            <a:r>
              <a:t>• Service Layer</a:t>
            </a:r>
          </a:p>
          <a:p>
            <a:r>
              <a:t>• Data Layer</a:t>
            </a:r>
          </a:p>
          <a:p/>
          <a:p>
            <a:r>
              <a:t>Communication:</a:t>
            </a:r>
          </a:p>
          <a:p>
            <a:r>
              <a:t>REST APIs over HTTPS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Layer (Microservices)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 Service:</a:t>
            </a:r>
          </a:p>
          <a:p>
            <a:r>
              <a:t>• User authentication</a:t>
            </a:r>
          </a:p>
          <a:p>
            <a:r>
              <a:t>• RBAC</a:t>
            </a:r>
          </a:p>
          <a:p/>
          <a:p>
            <a:r>
              <a:t>Onboarding Service:</a:t>
            </a:r>
          </a:p>
          <a:p>
            <a:r>
              <a:t>• Employee documents</a:t>
            </a:r>
          </a:p>
          <a:p>
            <a:r>
              <a:t>• Asset allocation</a:t>
            </a:r>
          </a:p>
          <a:p/>
          <a:p>
            <a:r>
              <a:t>Leave Service:</a:t>
            </a:r>
          </a:p>
          <a:p>
            <a:r>
              <a:t>• Requests &amp; balances</a:t>
            </a:r>
          </a:p>
          <a:p/>
          <a:p>
            <a:r>
              <a:t>Payroll Service:</a:t>
            </a:r>
          </a:p>
          <a:p>
            <a:r>
              <a:t>• Salary, tax, payslips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Integration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Databases:</a:t>
            </a:r>
          </a:p>
          <a:p>
            <a:r>
              <a:t>• User DB</a:t>
            </a:r>
          </a:p>
          <a:p>
            <a:r>
              <a:t>• Payroll DB</a:t>
            </a:r>
          </a:p>
          <a:p>
            <a:r>
              <a:t>• Leave DB</a:t>
            </a:r>
          </a:p>
          <a:p/>
          <a:p>
            <a:r>
              <a:t>Storage:</a:t>
            </a:r>
          </a:p>
          <a:p>
            <a:r>
              <a:t>• Documents in S3 / Blob</a:t>
            </a:r>
          </a:p>
          <a:p/>
          <a:p>
            <a:r>
              <a:t>Integrations:</a:t>
            </a:r>
          </a:p>
          <a:p>
            <a:r>
              <a:t>• Bank API</a:t>
            </a:r>
          </a:p>
          <a:p>
            <a:r>
              <a:t>• SMTP Email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Scalability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Security:</a:t>
            </a:r>
          </a:p>
          <a:p>
            <a:r>
              <a:t>• JWT authentication</a:t>
            </a:r>
          </a:p>
          <a:p>
            <a:r>
              <a:t>• HTTPS encryption</a:t>
            </a:r>
          </a:p>
          <a:p>
            <a:r>
              <a:t>• Audit logs</a:t>
            </a:r>
          </a:p>
          <a:p/>
          <a:p>
            <a:r>
              <a:t>Scalability:</a:t>
            </a:r>
          </a:p>
          <a:p>
            <a:r>
              <a:t>• Independent service scaling</a:t>
            </a:r>
          </a:p>
          <a:p>
            <a:r>
              <a:t>• Load balancer support</a:t>
            </a:r>
          </a:p>
          <a:p/>
          <a:p>
            <a:r>
              <a:t>Conclusion:</a:t>
            </a:r>
          </a:p>
          <a:p>
            <a:r>
              <a:t>• Secure, scalable HRMS</a:t>
            </a:r>
          </a:p>
          <a:p>
            <a:r>
              <a:t>• Enterprise-ready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